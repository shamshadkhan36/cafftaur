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4AF37"/>
                </a:solidFill>
              </a:defRPr>
            </a:pPr>
            <a:r>
              <a:t>CAFFTAUR – Fuel The Force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Energy. Hydration. Spark.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Brand Introduction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CAFFTAUR is a performance-driven lifestyle beverage brand.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Built for strength, power, and premium identity.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Product Spotlight – Water</a:t>
            </a:r>
          </a:p>
        </p:txBody>
      </p:sp>
      <p:pic>
        <p:nvPicPr>
          <p:cNvPr id="3" name="Picture 2" descr="WhatsApp_Image_2026-02-12_at_3.24.40_PM__1_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4384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3716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Advanced purification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Mineral balance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Safe consumption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Premium packaging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Product Spotlight – Energy Drink</a:t>
            </a:r>
          </a:p>
        </p:txBody>
      </p:sp>
      <p:pic>
        <p:nvPicPr>
          <p:cNvPr id="3" name="Picture 2" descr="WhatsApp_Image_2026-02-12_at_3.24.40_PM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4384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3716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Taurine + Caffeine synergy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Sustained energy release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Enhances endurance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Improves focus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Product Spotlight – Soda</a:t>
            </a:r>
          </a:p>
        </p:txBody>
      </p:sp>
      <p:pic>
        <p:nvPicPr>
          <p:cNvPr id="3" name="Picture 2" descr="WhatsApp_Image_2026-02-12_at_3.24.39_PM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4384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3716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Strong carbonation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Crystal clarity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Smooth finish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Perfect mixer compatibility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Performance Formula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Enhances endurance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Improves focus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Supports heart function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Reduces muscle stress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Brand Philosophy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We don’t sell drinks.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We fuel ambition.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We power endurance.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4AF37"/>
                </a:solidFill>
              </a:defRPr>
            </a:pPr>
            <a:r>
              <a:t>CAFFTAUR – Built Strong. Built Bold. Built to Dominate.</a:t>
            </a:r>
          </a:p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